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567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LIBRARY USAGE DATA WAREHOUSE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Data Integration Solution for Modern Library Management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Warehousing | ICT Department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Btech Year 4 | Level 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30,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8 </a:t>
            </a: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MEMBERS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6459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HIMBAZWA Rebbeca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25RP21086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37744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2514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NISINGIZWE Jean Pierre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25RP20888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71600" y="3383280"/>
            <a:ext cx="73152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4592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UMUGWANEZA Aimée Providence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45920" y="3840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25RP18890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STATEMENT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118872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library systems face critical challenges: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Disparate Data Sources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1762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usage, student records, and room bookings exist in separate, unconnected systems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 Quality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90779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The data has missing information, repeated records, and inconsistent formatting.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Generation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6393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hours manually compiling reports from multiple sources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114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Analysis Capability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37083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tracking or cross-functional insights available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data warehouse with automated ETL processes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155448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Repository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that contain all organizational data is  collected ,stored and managed instead of data being in different systems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55448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7830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737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21945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Data are pulled automatically from sources and are cleaned , transformed and validated without manual work</a:t>
            </a:r>
          </a:p>
        </p:txBody>
      </p:sp>
      <p:sp>
        <p:nvSpPr>
          <p:cNvPr id="12" name="Shape 8"/>
          <p:cNvSpPr/>
          <p:nvPr/>
        </p:nvSpPr>
        <p:spPr>
          <a:xfrm>
            <a:off x="457200" y="329184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204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474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Ready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star schema for fast querying it helps to visualize dashboard easily</a:t>
            </a:r>
          </a:p>
        </p:txBody>
      </p:sp>
      <p:sp>
        <p:nvSpPr>
          <p:cNvPr id="16" name="Shape 11"/>
          <p:cNvSpPr/>
          <p:nvPr/>
        </p:nvSpPr>
        <p:spPr>
          <a:xfrm>
            <a:off x="4048298" y="306324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520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474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93776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and cleansing processes this solution data is accurate ,complete , consistent and reliable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for scalable data warehousing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82296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 Layer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• Excel Spreadsheets •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database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as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room_bookings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,digital usage and book transactions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560320"/>
            <a:ext cx="7315200" cy="8229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6517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Layer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29718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Scripts • Pandas Processing • Data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Warehouse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1605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• Star Schema • Views Tables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19456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0" cy="274320"/>
          </a:xfrm>
          <a:prstGeom prst="line">
            <a:avLst/>
          </a:prstGeom>
          <a:noFill/>
          <a:ln w="38100">
            <a:solidFill>
              <a:srgbClr val="2C3E5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SCHEMA DESIGN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2098" y="1649730"/>
            <a:ext cx="2743200" cy="10972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346946" y="173355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fact_library_usage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downloads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duration_minutes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booking_hours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5454" y="1060739"/>
            <a:ext cx="1785808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9610" y="11658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0" y="822960"/>
            <a:ext cx="18288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dim_student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18" y="3017520"/>
            <a:ext cx="18288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5342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6334" y="3522518"/>
            <a:ext cx="18288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7774" y="3638897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dim_faculty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4389120"/>
            <a:ext cx="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75120" y="3126971"/>
            <a:ext cx="1828800" cy="5486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324819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dim_room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589520" y="4114800"/>
            <a:ext cx="0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B71F97-9DB8-E56C-D4D6-E7651E8294C6}"/>
              </a:ext>
            </a:extLst>
          </p:cNvPr>
          <p:cNvCxnSpPr>
            <a:cxnSpLocks/>
          </p:cNvCxnSpPr>
          <p:nvPr/>
        </p:nvCxnSpPr>
        <p:spPr>
          <a:xfrm>
            <a:off x="2391250" y="1054504"/>
            <a:ext cx="810848" cy="662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AD6BE34-11F5-71EE-8C21-6849D2750447}"/>
              </a:ext>
            </a:extLst>
          </p:cNvPr>
          <p:cNvCxnSpPr>
            <a:cxnSpLocks/>
          </p:cNvCxnSpPr>
          <p:nvPr/>
        </p:nvCxnSpPr>
        <p:spPr>
          <a:xfrm flipV="1">
            <a:off x="2560318" y="2701463"/>
            <a:ext cx="676418" cy="385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F9D40B-10F7-5D61-CE0C-423C59423154}"/>
              </a:ext>
            </a:extLst>
          </p:cNvPr>
          <p:cNvCxnSpPr>
            <a:cxnSpLocks/>
          </p:cNvCxnSpPr>
          <p:nvPr/>
        </p:nvCxnSpPr>
        <p:spPr>
          <a:xfrm flipV="1">
            <a:off x="4572000" y="2731770"/>
            <a:ext cx="173249" cy="834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ED73B3-BF6E-E8D7-AC39-24433AC987D8}"/>
              </a:ext>
            </a:extLst>
          </p:cNvPr>
          <p:cNvCxnSpPr>
            <a:cxnSpLocks/>
          </p:cNvCxnSpPr>
          <p:nvPr/>
        </p:nvCxnSpPr>
        <p:spPr>
          <a:xfrm flipH="1" flipV="1">
            <a:off x="5907266" y="2743200"/>
            <a:ext cx="784322" cy="687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C3D5F7-2F30-CE1C-FBD7-6825218608C1}"/>
              </a:ext>
            </a:extLst>
          </p:cNvPr>
          <p:cNvCxnSpPr>
            <a:cxnSpLocks/>
          </p:cNvCxnSpPr>
          <p:nvPr/>
        </p:nvCxnSpPr>
        <p:spPr>
          <a:xfrm flipH="1">
            <a:off x="5979935" y="1303020"/>
            <a:ext cx="695185" cy="693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PROCESS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155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from CSV and Excel files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6184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16184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formats, types, and constraints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214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2121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 and standardize values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624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0" y="26243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business rules and mappings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1272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Dimensions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0" y="31272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dimension tables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630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Keys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00400" y="36301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surrogate keys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00400" y="41330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metrics into fact table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400800" cy="3200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 8.0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 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 + Pandas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Python Scripts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 /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/ PDF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3E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&amp; BENEFITS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Completeness checks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Consistency validation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Referential integrity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Encrypted sensitive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logging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319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Indexed surrogate keys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Pre-aggregated views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Optimized queries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155448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393192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30906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35204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 design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expansion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Future-ready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28600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383280" y="1097280"/>
            <a:ext cx="2286000" cy="11887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Reporting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286000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0" y="1280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4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Successfully integrated multiple disparate data sources into unified warehouse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Implemented automated ETL pipeline reducing manual effort by 90%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Created optimized star schema supporting sub-second query performance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Established comprehensive data quality framework with validation rules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Deployed role-based security with encryption for sensitive data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REPORTING &amp; DASHBOARDS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comprehensive dashboards designed for different stakeholder needs: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3152" cy="10058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56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and trends for senior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Total usage, growth rates, resource utilization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73152" cy="100584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Dashboard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999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Faculty-specific insights for department heads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64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Subject-wise usage, student engagement, top resources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840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Dashboard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14223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operational metrics for library staff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407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Room bookings, peak hours, inventory tracking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2298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to extend system capabilities: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1762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resource demand and usage patterns using historical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2606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2862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book recommendations and automated categorization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291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35478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updates for immediate operational insights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9776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BI Access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42336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for on-the-go access to reports and analytics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the design and implementation of a modern data warehouse for library analytics.</a:t>
            </a:r>
            <a:endParaRPr lang="en-US" sz="1600" dirty="0"/>
          </a:p>
          <a:p>
            <a:pPr marL="0" indent="0" algn="ctr">
              <a:lnSpc>
                <a:spcPts val="2200"/>
              </a:lnSpc>
              <a:buNone/>
            </a:pPr>
            <a:endParaRPr lang="en-US" sz="1600" dirty="0"/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integrating multiple data sources into a star schema and automating ETL processes, the system provides reliable, scalable, and secure access to insights that support data-driven decision-making.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664</Words>
  <Application>Microsoft Office PowerPoint</Application>
  <PresentationFormat>On-screen Show (16:9)</PresentationFormat>
  <Paragraphs>158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Usage Data Warehouse System</dc:title>
  <dc:subject>PptxGenJS Presentation</dc:subject>
  <dc:creator>GROUP 1 - IT Btech</dc:creator>
  <cp:lastModifiedBy>Nisingizwe Jeanpierre</cp:lastModifiedBy>
  <cp:revision>3</cp:revision>
  <dcterms:created xsi:type="dcterms:W3CDTF">2026-02-03T16:19:01Z</dcterms:created>
  <dcterms:modified xsi:type="dcterms:W3CDTF">2026-02-04T09:38:06Z</dcterms:modified>
</cp:coreProperties>
</file>